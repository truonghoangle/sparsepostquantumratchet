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</a:rPr>
              <a:t>Code Defects Identified from Specification Theorems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FC3F7"/>
                </a:solidFill>
              </a:rPr>
              <a:t>SPQR Formal Verification Audit | 28 Defects across 221 Lean Spec Files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51560"/>
            <a:ext cx="11430000" cy="0"/>
          </a:xfrm>
          <a:prstGeom prst="line">
            <a:avLst/>
          </a:prstGeom>
          <a:ln w="127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1887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EF5350"/>
                </a:solidFill>
              </a:rPr>
              <a:t>▌ HIGH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FFD54F"/>
                </a:solidFill>
              </a:rPr>
              <a:t>#1 Unvalidated from_pb → panics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DDDDD"/>
                </a:solidFill>
              </a:rPr>
              <a:t>from_pb accepts arbitrary next/prev lengths. Specs assume next.len()=32, prev%36=0. Corrupted blob → panic.</a:t>
            </a:r>
          </a:p>
          <a:p>
            <a:pPr>
              <a:spcAft>
                <a:spcPts val="1000"/>
              </a:spcAft>
            </a:pPr>
            <a:r>
              <a:rPr sz="900" b="0">
                <a:solidFill>
                  <a:srgbClr val="81C784"/>
                </a:solidFill>
              </a:rPr>
              <a:t>Fix: validate in from_pb, return Err(StateDecode)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FFD54F"/>
                </a:solidFill>
              </a:rPr>
              <a:t>#24 Unauthenticated epoch advance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DDDDDD"/>
                </a:solidFill>
              </a:rPr>
              <a:t>4-byte forged msg triggers Ct2Sampled→KeysUnsampled without MAC. Both parties permanently deadlocked.</a:t>
            </a:r>
          </a:p>
          <a:p>
            <a:pPr>
              <a:spcAft>
                <a:spcPts val="1000"/>
              </a:spcAft>
            </a:pPr>
            <a:r>
              <a:rPr sz="900" b="0">
                <a:solidFill>
                  <a:srgbClr val="81C784"/>
                </a:solidFill>
              </a:rPr>
              <a:t>Fix: require MAC verification before epoch transition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1887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FFB74D"/>
                </a:solidFill>
              </a:rPr>
              <a:t>▌ MEDIUM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FFD54F"/>
                </a:solidFill>
              </a:rPr>
              <a:t>#2 </a:t>
            </a:r>
            <a:r>
              <a:rPr sz="1100" b="1">
                <a:solidFill>
                  <a:srgbClr val="FFFFFF"/>
                </a:solidFill>
              </a:rPr>
              <a:t>u32 overflow KeyHistory::get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B0B0B0"/>
                </a:solidFill>
              </a:rPr>
              <a:t>at+max_ooo wraps. Fix: saturating_add.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FFD54F"/>
                </a:solidFill>
              </a:rPr>
              <a:t>#3 </a:t>
            </a:r>
            <a:r>
              <a:rPr sz="1100" b="1">
                <a:solidFill>
                  <a:srgbClr val="FFFFFF"/>
                </a:solidFill>
              </a:rPr>
              <a:t>u64→usize truncation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B0B0B0"/>
                </a:solidFill>
              </a:rPr>
              <a:t>trim_size truncated on 32-bit. Fix: range check.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FFD54F"/>
                </a:solidFill>
              </a:rPr>
              <a:t>#19 </a:t>
            </a:r>
            <a:r>
              <a:rPr sz="1100" b="1">
                <a:solidFill>
                  <a:srgbClr val="FFFFFF"/>
                </a:solidFill>
              </a:rPr>
              <a:t>Chunk replacement poisoning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B0B0B0"/>
                </a:solidFill>
              </a:rPr>
              <a:t>SortedSet::push replaces dup x → decoder stall. Fix: reset on MAC fail.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FFD54F"/>
                </a:solidFill>
              </a:rPr>
              <a:t>#25 </a:t>
            </a:r>
            <a:r>
              <a:rPr sz="1100" b="1">
                <a:solidFill>
                  <a:srgbClr val="FFFFFF"/>
                </a:solidFill>
              </a:rPr>
              <a:t>Epoch-0 key unauthed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B0B0B0"/>
                </a:solidFill>
              </a:rPr>
              <a:t>recv epoch 0 returns key, no MAC. Fix: reject epoch 0.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FFD54F"/>
                </a:solidFill>
              </a:rPr>
              <a:t>#28 </a:t>
            </a:r>
            <a:r>
              <a:rPr sz="1100" b="1">
                <a:solidFill>
                  <a:srgbClr val="FFFFFF"/>
                </a:solidFill>
              </a:rPr>
              <a:t>ChainParams overflow</a:t>
            </a:r>
          </a:p>
          <a:p>
            <a:pPr>
              <a:spcAft>
                <a:spcPts val="700"/>
              </a:spcAft>
            </a:pPr>
            <a:r>
              <a:rPr sz="900" b="0">
                <a:solidFill>
                  <a:srgbClr val="B0B0B0"/>
                </a:solidFill>
              </a:rPr>
              <a:t>max_ooo≥390M wraps silently. Fix: validate params.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18872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4FC3F7"/>
                </a:solidFill>
              </a:rPr>
              <a:t>▌ LOW (16 items)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B0B0B0"/>
                </a:solidFill>
              </a:rPr>
              <a:t>#4 hax_lib::assume! erased at runtime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B0B0B0"/>
                </a:solidFill>
              </a:rPr>
              <a:t>#5 SortedSet comment wrong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B0B0B0"/>
                </a:solidFill>
              </a:rPr>
              <a:t>#6 Encoder u32→u16 truncation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B0B0B0"/>
                </a:solidFill>
              </a:rPr>
              <a:t>#7 is_complete never set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B0B0B0"/>
                </a:solidFill>
              </a:rPr>
              <a:t>#8 usize overflow trim_size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B0B0B0"/>
                </a:solidFill>
              </a:rPr>
              <a:t>#9 VecDeque IntoIter model unsound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B0B0B0"/>
                </a:solidFill>
              </a:rPr>
              <a:t>#10 Comment/code mismatch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B0B0B0"/>
                </a:solidFill>
              </a:rPr>
              <a:t>#20 MapCollectBridge sorry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B0B0B0"/>
                </a:solidFill>
              </a:rPr>
              <a:t>#21 Chain::from_pb missing validation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B0B0B0"/>
                </a:solidFill>
              </a:rPr>
              <a:t>#22 Authenticator::from_pb empty keys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B0B0B0"/>
                </a:solidFill>
              </a:rPr>
              <a:t>#23 RoundRobin panics (test-only)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B0B0B0"/>
                </a:solidFill>
              </a:rPr>
              <a:t>#11–18,#26–27 Spec gaps &amp; edge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57200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81C784"/>
                </a:solidFill>
              </a:rPr>
              <a:t>▌ CLASSIFICATION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B0B0B0"/>
                </a:solidFill>
              </a:rPr>
              <a:t>Unvalidated deser. </a:t>
            </a:r>
            <a:r>
              <a:rPr sz="900" b="1">
                <a:solidFill>
                  <a:srgbClr val="FFFFFF"/>
                </a:solidFill>
              </a:rPr>
              <a:t>12</a:t>
            </a:r>
            <a:r>
              <a:rPr sz="900" b="0">
                <a:solidFill>
                  <a:srgbClr val="B0B0B0"/>
                </a:solidFill>
              </a:rPr>
              <a:t> remote:No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B0B0B0"/>
                </a:solidFill>
              </a:rPr>
              <a:t>Int overflow </a:t>
            </a:r>
            <a:r>
              <a:rPr sz="900" b="1">
                <a:solidFill>
                  <a:srgbClr val="FFFFFF"/>
                </a:solidFill>
              </a:rPr>
              <a:t>5</a:t>
            </a:r>
            <a:r>
              <a:rPr sz="900" b="0">
                <a:solidFill>
                  <a:srgbClr val="B0B0B0"/>
                </a:solidFill>
              </a:rPr>
              <a:t> remote:No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B0B0B0"/>
                </a:solidFill>
              </a:rPr>
              <a:t>Silent corruption </a:t>
            </a:r>
            <a:r>
              <a:rPr sz="900" b="1">
                <a:solidFill>
                  <a:srgbClr val="FFFFFF"/>
                </a:solidFill>
              </a:rPr>
              <a:t>4</a:t>
            </a:r>
            <a:r>
              <a:rPr sz="900" b="0">
                <a:solidFill>
                  <a:srgbClr val="B0B0B0"/>
                </a:solidFill>
              </a:rPr>
              <a:t> remote:No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B0B0B0"/>
                </a:solidFill>
              </a:rPr>
              <a:t>Protocol DoS </a:t>
            </a:r>
            <a:r>
              <a:rPr sz="900" b="1">
                <a:solidFill>
                  <a:srgbClr val="FFFFFF"/>
                </a:solidFill>
              </a:rPr>
              <a:t>3</a:t>
            </a:r>
            <a:r>
              <a:rPr sz="900" b="0">
                <a:solidFill>
                  <a:srgbClr val="B0B0B0"/>
                </a:solidFill>
              </a:rPr>
              <a:t> remote:Auth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B0B0B0"/>
                </a:solidFill>
              </a:rPr>
              <a:t>Spec gaps </a:t>
            </a:r>
            <a:r>
              <a:rPr sz="900" b="1">
                <a:solidFill>
                  <a:srgbClr val="FFFFFF"/>
                </a:solidFill>
              </a:rPr>
              <a:t>4</a:t>
            </a:r>
            <a:r>
              <a:rPr sz="900" b="0">
                <a:solidFill>
                  <a:srgbClr val="B0B0B0"/>
                </a:solidFill>
              </a:rPr>
              <a:t> remote:N/A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897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4FC3F7"/>
                </a:solidFill>
              </a:rPr>
              <a:t>KEY TAKEAWAY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DDDDDD"/>
                </a:solidFill>
              </a:rPr>
              <a:t>Lean specs mechanically surface every invariant Rust fails to establish. All 28 defects: from_pb/recv accept inputs violating spec preconditions. V1 MAC-before-commit prevents remote exploitation, but SPQR API boundary is unsound without validation fixes.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800" b="0">
                <a:solidFill>
                  <a:srgbClr val="707070"/>
                </a:solidFill>
              </a:rPr>
              <a:t>CWE-20 · CWE-190 · CWE-502 · CWE-345 | 221 Lean specs, all theorems compile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